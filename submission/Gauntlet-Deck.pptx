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4CC2FF"/>
                </a:solidFill>
                <a:latin typeface="Consolas"/>
              </a:rPr>
              <a:t>BEYOND TOMORROW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4400" b="1">
                <a:solidFill>
                  <a:srgbClr val="F2F4F7"/>
                </a:solidFill>
                <a:latin typeface="Arial"/>
              </a:rPr>
              <a:t>Everyone is shipping AI.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4400" b="1">
                <a:solidFill>
                  <a:srgbClr val="9AA4AF"/>
                </a:solidFill>
                <a:latin typeface="Arial"/>
              </a:rPr>
              <a:t>Almost no one is testing it for attacks.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Prompt injection is the #1 risk in the OWASP LLM Top 10 (2025), and it takes nothing but text.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800" b="0">
                <a:solidFill>
                  <a:srgbClr val="9AA4AF"/>
                </a:solidFill>
                <a:latin typeface="Arial"/>
              </a:rPr>
              <a:t>A leaked system prompt or an exfiltrated record is a real, current, expensive failure.</a:t>
            </a:r>
          </a:p>
          <a:p>
            <a:pPr>
              <a:spcBef>
                <a:spcPts val="1600"/>
              </a:spcBef>
              <a:spcAft>
                <a:spcPts val="200"/>
              </a:spcAft>
            </a:pPr>
            <a:r>
              <a:rPr sz="2000" b="1">
                <a:solidFill>
                  <a:srgbClr val="4CC2FF"/>
                </a:solidFill>
                <a:latin typeface="Consolas"/>
              </a:rPr>
              <a:t>Throw your AI in. See what survives.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4AF"/>
                </a:solidFill>
                <a:latin typeface="Consolas"/>
              </a:rPr>
              <a:t>GAUNTLET · autonomous AI red-team</a:t>
            </a:r>
            <a:r>
              <a:rPr sz="1000">
                <a:solidFill>
                  <a:srgbClr val="2B333D"/>
                </a:solidFill>
                <a:latin typeface="Consolas"/>
              </a:rPr>
              <a:t>    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4CC2FF"/>
                </a:solidFill>
                <a:latin typeface="Consolas"/>
              </a:rPr>
              <a:t>WHAT GAUNTLET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3600" b="1">
                <a:solidFill>
                  <a:srgbClr val="F2F4F7"/>
                </a:solidFill>
                <a:latin typeface="Arial"/>
              </a:rPr>
              <a:t>An autonomous red-team that attacks, scores, and fixes your AI in one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Point it at a bot, a pasted system prompt, a real model, or your own HTTP endpoint.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A generative, target-aware attacker fires OWASP-mapped probes, live.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One click installs a runtime guard and re-tests. The grade climbs F to A.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9AA4AF"/>
                </a:solidFill>
                <a:latin typeface="Arial"/>
              </a:rPr>
              <a:t>•  Built for the person shipping the feature, not just security engineers.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200" b="1">
                <a:solidFill>
                  <a:srgbClr val="4CC2FF"/>
                </a:solidFill>
                <a:latin typeface="Consolas"/>
              </a:rPr>
              <a:t>attack  -&gt;  score  -&gt;  one-click guard  -&gt;  rescore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4AF"/>
                </a:solidFill>
                <a:latin typeface="Consolas"/>
              </a:rPr>
              <a:t>GAUNTLET · autonomous AI red-team</a:t>
            </a:r>
            <a:r>
              <a:rPr sz="1000">
                <a:solidFill>
                  <a:srgbClr val="2B333D"/>
                </a:solidFill>
                <a:latin typeface="Consolas"/>
              </a:rPr>
              <a:t>    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4CC2FF"/>
                </a:solidFill>
                <a:latin typeface="Consolas"/>
              </a:rPr>
              <a:t>THE WOW: BEFORE AND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3600" b="1">
                <a:solidFill>
                  <a:srgbClr val="F2F4F7"/>
                </a:solidFill>
                <a:latin typeface="Arial"/>
              </a:rPr>
              <a:t>F to A, on the real app, in two clicks.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4937760" cy="2926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25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0" b="1">
                <a:solidFill>
                  <a:srgbClr val="F2555A"/>
                </a:solidFill>
                <a:latin typeface="Consolas"/>
              </a:rPr>
              <a:t>F</a:t>
            </a:r>
          </a:p>
          <a:p>
            <a:pPr algn="ctr"/>
            <a:r>
              <a:rPr sz="1400">
                <a:solidFill>
                  <a:srgbClr val="9AA4AF"/>
                </a:solidFill>
                <a:latin typeface="Arial"/>
              </a:rPr>
              <a:t>SupportBot: 10 of 13 attacks got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468880"/>
            <a:ext cx="4937760" cy="2926080"/>
          </a:xfrm>
          <a:prstGeom prst="rect">
            <a:avLst/>
          </a:prstGeom>
          <a:solidFill>
            <a:srgbClr val="161B22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0" b="1">
                <a:solidFill>
                  <a:srgbClr val="3DDC97"/>
                </a:solidFill>
                <a:latin typeface="Consolas"/>
              </a:rPr>
              <a:t>A</a:t>
            </a:r>
          </a:p>
          <a:p>
            <a:pPr algn="ctr"/>
            <a:r>
              <a:rPr sz="1400">
                <a:solidFill>
                  <a:srgbClr val="9AA4AF"/>
                </a:solidFill>
                <a:latin typeface="Arial"/>
              </a:rPr>
              <a:t>After the guard: 0 got 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9AA4AF"/>
                </a:solidFill>
                <a:latin typeface="Arial"/>
              </a:rPr>
              <a:t>The remediation panel names what changed for each attack. Reproducible: npm run eval.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4AF"/>
                </a:solidFill>
                <a:latin typeface="Consolas"/>
              </a:rPr>
              <a:t>GAUNTLET · autonomous AI red-team</a:t>
            </a:r>
            <a:r>
              <a:rPr sz="1000">
                <a:solidFill>
                  <a:srgbClr val="2B333D"/>
                </a:solidFill>
                <a:latin typeface="Consolas"/>
              </a:rPr>
              <a:t>    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4CC2FF"/>
                </a:solidFill>
                <a:latin typeface="Consola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3600" b="1">
                <a:solidFill>
                  <a:srgbClr val="F2F4F7"/>
                </a:solidFill>
                <a:latin typeface="Arial"/>
              </a:rPr>
              <a:t>A streaming, multi-stage agent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Planner picks OWASP families. Attacker generates probes (incl. multi-turn and indirect).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Target adapter responds. A layered guard filters input and sanitizes output.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A canary oracle decides compromise, refusal-gated to avoid false positives.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A scorer maps findings to the OWASP LLM Top 10. Everything streams over SSE.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CC2FF"/>
                </a:solidFill>
                <a:latin typeface="Consolas"/>
              </a:rPr>
              <a:t>Next.js 16 · React 19 · TypeScript · Tailwind · Vercel · Vitest · Playwright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4AF"/>
                </a:solidFill>
                <a:latin typeface="Consolas"/>
              </a:rPr>
              <a:t>GAUNTLET · autonomous AI red-team</a:t>
            </a:r>
            <a:r>
              <a:rPr sz="1000">
                <a:solidFill>
                  <a:srgbClr val="2B333D"/>
                </a:solidFill>
                <a:latin typeface="Consolas"/>
              </a:rPr>
              <a:t>    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4CC2FF"/>
                </a:solidFill>
                <a:latin typeface="Consolas"/>
              </a:rPr>
              <a:t>WE MEASURED IT (THE HONEST SLIDE)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3600" b="1">
                <a:solidFill>
                  <a:srgbClr val="F2F4F7"/>
                </a:solidFill>
                <a:latin typeface="Arial"/>
              </a:rPr>
              <a:t>Numbers we earned, not adjectives.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Oracle: 0% false positives, 20% false negatives on a labeled set (the miss is documented).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Reproducible grades: SupportBot F(10/13), DevAssistant F(5/13), PolicyBot F(9/13), all to A.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A real frontier model mostly holds: ~40 probes, only conflicting-instruction prompts leaked (~1 in 6).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3DDC97"/>
                </a:solidFill>
                <a:latin typeface="Arial"/>
              </a:rPr>
              <a:t>•  The real risk is prompt misconfiguration, and that is what Gauntlet surfaces for your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4AF"/>
                </a:solidFill>
                <a:latin typeface="Consolas"/>
              </a:rPr>
              <a:t>GAUNTLET · autonomous AI red-team</a:t>
            </a:r>
            <a:r>
              <a:rPr sz="1000">
                <a:solidFill>
                  <a:srgbClr val="2B333D"/>
                </a:solidFill>
                <a:latin typeface="Consolas"/>
              </a:rPr>
              <a:t>    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C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4CC2FF"/>
                </a:solidFill>
                <a:latin typeface="Consolas"/>
              </a:rPr>
              <a:t>IMPACT AND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3600" b="1">
                <a:solidFill>
                  <a:srgbClr val="F2F4F7"/>
                </a:solidFill>
                <a:latin typeface="Arial"/>
              </a:rPr>
              <a:t>Adversarial testing any builder can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The guard is free and deterministic at runtime; the production path is a local classifier.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Scales to any app via bring-your-own endpoint and a one-line CI check (next).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F2F4F7"/>
                </a:solidFill>
                <a:latin typeface="Arial"/>
              </a:rPr>
              <a:t>•  Live at gauntlet-seven.vercel.app, open source on GitHub.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800" b="1">
                <a:solidFill>
                  <a:srgbClr val="4CC2FF"/>
                </a:solidFill>
                <a:latin typeface="Consolas"/>
              </a:rPr>
              <a:t>Throw your AI in. See what survives.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AA4AF"/>
                </a:solidFill>
                <a:latin typeface="Consolas"/>
              </a:rPr>
              <a:t>GAUNTLET · autonomous AI red-team</a:t>
            </a:r>
            <a:r>
              <a:rPr sz="1000">
                <a:solidFill>
                  <a:srgbClr val="2B333D"/>
                </a:solidFill>
                <a:latin typeface="Consolas"/>
              </a:rPr>
              <a:t>    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